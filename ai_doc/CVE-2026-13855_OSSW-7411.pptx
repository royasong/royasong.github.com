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2A44"/>
                </a:solidFill>
              </a:rPr>
              <a:t>There is no code containing security vulnerabilities.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F6D"/>
                </a:solidFill>
              </a:rPr>
              <a:t>OSSW-7411 · CVE-2026-13855 · chromium 143.0.7499.192 (OBIGO_WEBSOLUTION v143) · CVSS 3.1 HIGH 7.5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25400">
            <a:solidFill>
              <a:srgbClr val="9B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Result: </a:t>
            </a:r>
            <a:r>
              <a:rPr sz="1600">
                <a:solidFill>
                  <a:srgbClr val="1F2A44"/>
                </a:solidFill>
              </a:rPr>
              <a:t>Justified (보안 취약점 코드를 사용하지 않음)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Vulnerability: </a:t>
            </a:r>
            <a:r>
              <a:rPr sz="1600">
                <a:solidFill>
                  <a:srgbClr val="1F2A44"/>
                </a:solidFill>
              </a:rPr>
              <a:t>Use after free in Ozone (X11) — X11Window::DispatchEvent can keep using the window after synchronous mouse-event handling destroys it.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Upstream fix: </a:t>
            </a:r>
            <a:r>
              <a:rPr sz="1600">
                <a:solidFill>
                  <a:srgbClr val="1F2A44"/>
                </a:solidFill>
              </a:rPr>
              <a:t>https://chromium-review.googlesource.com/c/chromium/src/+/7950619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Fixed file: </a:t>
            </a:r>
            <a:r>
              <a:rPr sz="1600">
                <a:solidFill>
                  <a:srgbClr val="1F2A44"/>
                </a:solidFill>
              </a:rPr>
              <a:t>ui/ozone/platform/x11/x11_window.cc (adds WeakPtr guard; other file is a unit test)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Product build: </a:t>
            </a:r>
            <a:r>
              <a:rPr sz="1600">
                <a:solidFill>
                  <a:srgbClr val="1F2A44"/>
                </a:solidFill>
              </a:rPr>
              <a:t>out_mobis-ccnc/Release (arm64, Ozone/Wayland + ivi-shell)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Analysis: </a:t>
            </a:r>
            <a:r>
              <a:rPr sz="1600">
                <a:solidFill>
                  <a:srgbClr val="1F2A44"/>
                </a:solidFill>
              </a:rPr>
              <a:t>The product is built with ozone_platform_x11 = false. Only the Wayland Ozone platform is compiled; the X11 Ozone platform, including x11_window.cc, is not compiled, linked or referenced by any build target.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F2A44"/>
                </a:solidFill>
              </a:rPr>
              <a:t>Conclusion: </a:t>
            </a:r>
            <a:r>
              <a:rPr sz="1600">
                <a:solidFill>
                  <a:srgbClr val="1F2A44"/>
                </a:solidFill>
              </a:rPr>
              <a:t>The vulnerable code is not present in the shipped binary, so the patch is not required for our product.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</a:rPr>
              <a:t>* Evidence materials are attached on the following pages.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2A44"/>
                </a:solidFill>
              </a:rPr>
              <a:t>Evidence 1 — Product build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F6D"/>
                </a:solidFill>
              </a:rPr>
              <a:t>brs_143/src/out_mobis-ccnc/Release · source rev e2f577ac5a6 (2026-10-22)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25400">
            <a:solidFill>
              <a:srgbClr val="9B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/>
          <a:lstStyle/>
          <a:p>
            <a:pPr algn="l"/>
            <a:r>
              <a:rPr sz="1300">
                <a:solidFill>
                  <a:srgbClr val="7EE787"/>
                </a:solidFill>
                <a:latin typeface="Consolas"/>
              </a:rPr>
              <a:t>$ grep -nE 'ozone|x11' out_mobis-ccnc/Release/args.gn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13:ozone_auto_platforms = false</a:t>
            </a:r>
          </a:p>
          <a:p>
            <a:pPr algn="l"/>
            <a:r>
              <a:rPr sz="1300">
                <a:solidFill>
                  <a:srgbClr val="FFA657"/>
                </a:solidFill>
                <a:latin typeface="Consolas"/>
              </a:rPr>
              <a:t>14:ozone_platform_x11 = false        &lt;-- X11 Ozone platform disabled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15:ozone_platform_headless = false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16:ozone_platform_wayland = true     &lt;-- only Wayland is built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107:use_ozone = true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7EE787"/>
                </a:solidFill>
                <a:latin typeface="Consolas"/>
              </a:rPr>
              <a:t>$ ls out_mobis-ccnc/Release/obj/ui/ozone/platform/</a:t>
            </a:r>
          </a:p>
          <a:p>
            <a:pPr algn="l"/>
            <a:r>
              <a:rPr sz="1300">
                <a:solidFill>
                  <a:srgbClr val="FFA657"/>
                </a:solidFill>
                <a:latin typeface="Consolas"/>
              </a:rPr>
              <a:t>wayland   (no x11 directory)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7EE787"/>
                </a:solidFill>
                <a:latin typeface="Consolas"/>
              </a:rPr>
              <a:t>$ grep -rl 'ui/ozone/platform/x11/x11_window.cc' --include=*.ninja out_mobis-ccnc/Release</a:t>
            </a:r>
          </a:p>
          <a:p>
            <a:pPr algn="l"/>
            <a:r>
              <a:rPr sz="1300">
                <a:solidFill>
                  <a:srgbClr val="FFA657"/>
                </a:solidFill>
                <a:latin typeface="Consolas"/>
              </a:rPr>
              <a:t>(no result) -&gt; x11_window.cc is not part of any build target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7EE787"/>
                </a:solidFill>
                <a:latin typeface="Consolas"/>
              </a:rPr>
              <a:t>$ find out_mobis-ccnc/Release/obj -name 'x11_window.o'</a:t>
            </a:r>
          </a:p>
          <a:p>
            <a:pPr algn="l"/>
            <a:r>
              <a:rPr sz="1300">
                <a:solidFill>
                  <a:srgbClr val="FFA657"/>
                </a:solidFill>
                <a:latin typeface="Consolas"/>
              </a:rPr>
              <a:t>(no result) -&gt; not compiled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2A44"/>
                </a:solidFill>
              </a:rPr>
              <a:t>Evidence 2 — Upstream patch (CL 7950619)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F6D"/>
                </a:solidFill>
              </a:rPr>
              <a:t>ozone/x11: Fix potential UAF in X11Window::DispatchEvent — change limited to ui/ozone/platform/x11/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25400">
            <a:solidFill>
              <a:srgbClr val="9B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1.png.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4425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